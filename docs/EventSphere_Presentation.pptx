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EventSphere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5F6FA"/>
                </a:solidFill>
              </a:defRPr>
            </a:pPr>
            <a:r>
              <a:t>Discover events. Register easily. Bring campus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Online Event Registration Platform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MERN Stack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Event information can be spread across multiple channels.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Organizers need a clearer way to collect participant registrations.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A central platform can make event discovery and registration simpler.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Browse upcoming campus events.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Register using participant details.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Allow organizers to publish event information.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Store records using MongoDB.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Demonstrate REST API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Frontend: React.js + Vite + CSS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Backend: Node.js + Express.js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Database: MongoDB + Mongoose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API: REST endpoints with JSON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Version control: Git +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Student / Organizer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↓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React Frontend → Express REST API → Mongoose → MongoDB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API responses return to the frontend as 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Main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Event discovery and search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Participant registration form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Organizer event creation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REST API and database persistence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Validation and duplicate registration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1. User opens the event listing.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2. User selects an event and submits registration details.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3. Frontend sends a request to the Express API.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4. Backend validates data and stores it in MongoDB.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5. The application displays a success or error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Event list loads successfully.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Search filters event cards.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Required fields are validated.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Registration and duplicate handling are tested.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Event creation and mobile layout are checked.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Secure admin login and role-based access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QR ticket generation and event check-in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Email confirmation and reminders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Capacity tracking and analytics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Automated tests and accessibility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3F36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EventSphere demonstrates a full-stack event registration workflow.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React, Express, Node.js and MongoDB work together in a modular web application.</a:t>
            </a:r>
          </a:p>
          <a:p>
            <a:pPr>
              <a:spcAft>
                <a:spcPts val="1600"/>
              </a:spcAft>
              <a:defRPr sz="2100">
                <a:solidFill>
                  <a:srgbClr val="EEF0F7"/>
                </a:solidFill>
              </a:defRPr>
            </a:pPr>
            <a: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95AB"/>
                </a:solidFill>
              </a:defRPr>
            </a:pPr>
            <a:r>
              <a:t>EVENTSPHERE  •  MERN STACK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